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Marketing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together through integrated digital partnerships.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828800" cy="73152"/>
          </a:xfrm>
          <a:prstGeom prst="RECTANGLE">
            <a:avLst/>
          </a:prstGeom>
          <a:solidFill>
            <a:srgbClr val="EA6C1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reach without the cost.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today don't need massive budgets to reach millions. Strategic partnerships amplify reach, share audience costs, and create authentic marketing moments that paid ads can't match.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2286000"/>
          </a:xfrm>
          <a:prstGeom prst="RECTANGLE">
            <a:avLst/>
          </a:prstGeom>
          <a:solidFill>
            <a:srgbClr val="FFFFFF"/>
          </a:solidFill>
          <a:ln w="25400">
            <a:solidFill>
              <a:srgbClr val="EA6C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discover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through partnerships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743200" cy="2286000"/>
          </a:xfrm>
          <a:prstGeom prst="RECTANGLE">
            <a:avLst/>
          </a:prstGeom>
          <a:solidFill>
            <a:srgbClr val="1A1410"/>
          </a:solidFill>
          <a:ln w="25400">
            <a:solidFill>
              <a:srgbClr val="EA6C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content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743200" cy="2286000"/>
          </a:xfrm>
          <a:prstGeom prst="RECTANGLE">
            <a:avLst/>
          </a:prstGeom>
          <a:solidFill>
            <a:srgbClr val="FFFFFF"/>
          </a:solidFill>
          <a:ln w="25400">
            <a:solidFill>
              <a:srgbClr val="EA6C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3017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 when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revenue-share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 together.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463040"/>
          </a:xfrm>
          <a:prstGeom prst="RECTANGLE">
            <a:avLst/>
          </a:prstGeom>
          <a:solidFill>
            <a:srgbClr val="2A2A2A"/>
          </a:solidFill>
          <a:ln w="19050">
            <a:solidFill>
              <a:srgbClr val="EA6C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Content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created social posts, videos, and stories featuring both brands.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4114800" cy="1463040"/>
          </a:xfrm>
          <a:prstGeom prst="RECTANGLE">
            <a:avLst/>
          </a:prstGeom>
          <a:solidFill>
            <a:srgbClr val="2A2A2A"/>
          </a:solidFill>
          <a:ln w="19050">
            <a:solidFill>
              <a:srgbClr val="EA6C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each other on websites, apps, and email. Mutual exposure.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114800" cy="1463040"/>
          </a:xfrm>
          <a:prstGeom prst="RECTANGLE">
            <a:avLst/>
          </a:prstGeom>
          <a:solidFill>
            <a:srgbClr val="2A2A2A"/>
          </a:solidFill>
          <a:ln w="19050">
            <a:solidFill>
              <a:srgbClr val="EA6C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Campaigns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collaborations with unified messaging.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880360"/>
            <a:ext cx="4114800" cy="1463040"/>
          </a:xfrm>
          <a:prstGeom prst="RECTANGLE">
            <a:avLst/>
          </a:prstGeom>
          <a:solidFill>
            <a:srgbClr val="2A2A2A"/>
          </a:solidFill>
          <a:ln w="19050">
            <a:solidFill>
              <a:srgbClr val="EA6C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Events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3383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activations and webinars together.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 reach across every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" cy="45720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collaborations, story takeovers, reels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82880" cy="45720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Duets, trending sounds, behind-the-scenes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82880" cy="45720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webinars, industry insights, thought leadership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82880" cy="45720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Co-hosted videos, channel promotions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connected.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" cy="27432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logos, banners, links on homepages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274320" cy="27432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8" name="Text 6"/>
          <p:cNvSpPr/>
          <p:nvPr/>
        </p:nvSpPr>
        <p:spPr>
          <a:xfrm>
            <a:off x="525780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Placement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15544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sections, in-app promotions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74320" cy="27432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 in newsletters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880360"/>
            <a:ext cx="274320" cy="27432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Referrals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3200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for seamless 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CAMPAIGNS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powerful initiatives to launch.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43000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EA6C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competition where followers engage with content from both brands. Participants vote on direction and receive rewards.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143000"/>
          </a:xfrm>
          <a:prstGeom prst="RECTANGLE">
            <a:avLst/>
          </a:prstGeom>
          <a:solidFill>
            <a:srgbClr val="F0F0F0"/>
          </a:solidFill>
          <a:ln w="12700">
            <a:solidFill>
              <a:srgbClr val="EA6C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Box Campaign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Limited-edition collaborative products revealed progressively. Creates scarcity and urgency, driving traffic spikes.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143000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EA6C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Impact Initiative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0416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 community storytelling. Highlight customer stories and shared values. Position both as community leaders.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growth for both.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09728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07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+250K impressions/mo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4114800" cy="109728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307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+150% collab content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492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114800" cy="109728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 referral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114800" cy="109728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+30K followers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114800" cy="109728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partnership-driven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14800" cy="109728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Lift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awareness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launch for maximum impact.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54864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527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234440"/>
            <a:ext cx="1965960" cy="54864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2527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launch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1965960" cy="548640"/>
          </a:xfrm>
          <a:prstGeom prst="RECTANGLE">
            <a:avLst/>
          </a:prstGeom>
          <a:solidFill>
            <a:srgbClr val="EA6C1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527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launch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234440"/>
            <a:ext cx="1965960" cy="548640"/>
          </a:xfrm>
          <a:prstGeom prst="RECTANGLE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2527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87452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collaborate?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4231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partnership delivers measurable value through authentic collaboration, shared audiences, and coordinated campaigns.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how we can amplify both our brands together.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2026-07-14T16:04:43Z</dcterms:created>
  <dcterms:modified xsi:type="dcterms:W3CDTF">2026-07-14T16:04:43Z</dcterms:modified>
</cp:coreProperties>
</file>